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0"/>
            <a:ext cx="1645920" cy="1645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82296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 · BUSINESS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Negocio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Business Analytics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Shipping &amp; Sales Data · 2013–2017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25603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y Big Data · Marzo 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COMPLETO · EDA · CORRELACIÓN · REGRESIÓN · CLUSTERING · SERIES TEMPORALES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Análisis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1521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Exploración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Fuente, estructura y estadísticas descriptivas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915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32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Preparación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346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outliers, transformaciones y nuevas variables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3931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Visualizaciones: categorías, agentes, temporalidad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7899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7899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1521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Business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5544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Correlación, regresión, segmentación y series temporales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35915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5915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432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8346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principales del análisis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63931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39312"/>
            <a:ext cx="54864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7124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Estratégicas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114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basadas en evidencia estadística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Reto 3 · Business Analytics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DATASET Y EXPLORACIÓN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 del Dataset y KPIs Principales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3474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6596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1.039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Totales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únicos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3474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196596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00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1.205.712 €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2724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65960" cy="3474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51560"/>
            <a:ext cx="196596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00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561.876 €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Total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2724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46,6% margen medio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65960" cy="3474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51560"/>
            <a:ext cx="196596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600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Comerciales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724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ventas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F0B429">
              <a:alpha val="1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Shipping Data · 3 categorías · 4 tipos de cliente · 3 modalidades de envío · 5 prioridades de pedido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LIMPIEZA Y PREPARACIÓN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 de Preparación del Dataset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y Duplicados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nulos · 0 filas duplicadas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completamente íntegro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 ×3)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pedidos atípicos detectados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Conservados con flag Is_Outlier=1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136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Tipos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→ datetime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→ float64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136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Variables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Profit, Profit_Margin_Pct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Lead_Time, Year, Quarter, Segmento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Reto 3 · Business Analytics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y Beneficio por Categoría de Producto</a:t>
            </a:r>
            <a:endParaRPr lang="en-US" sz="2400" dirty="0"/>
          </a:p>
        </p:txBody>
      </p:sp>
      <p:pic>
        <p:nvPicPr>
          <p:cNvPr id="6" name="Image 0" descr="/home/claude/charts/fig1_categ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544568"/>
            <a:ext cx="8412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5720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Technology = 68,9% de ventas y 69,7% del beneficio total. Office Supplies lidera en volumen de pedidos (805). Furniture: alto margen (52,8%) pero bajo volumen.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 del Equipo Comercial</a:t>
            </a:r>
            <a:endParaRPr lang="en-US" sz="2600" dirty="0"/>
          </a:p>
        </p:txBody>
      </p:sp>
      <p:pic>
        <p:nvPicPr>
          <p:cNvPr id="6" name="Image 0" descr="/home/claude/charts/fig2_ag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544568"/>
            <a:ext cx="8412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5720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Yvette Biti lidera en ventas (155.655€) y beneficio (74.072€). Los 5 primeros agentes generan el 62,4% de las ventas totales.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Evolución Temporal de Ventas (2013–2017)</a:t>
            </a:r>
            <a:endParaRPr lang="en-US" sz="2600" dirty="0"/>
          </a:p>
        </p:txBody>
      </p:sp>
      <p:pic>
        <p:nvPicPr>
          <p:cNvPr id="5" name="Image 0" descr="/home/claude/charts/fig3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ANALYTICS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Correlación</a:t>
            </a:r>
            <a:endParaRPr lang="en-US" sz="2800" dirty="0"/>
          </a:p>
        </p:txBody>
      </p:sp>
      <p:pic>
        <p:nvPicPr>
          <p:cNvPr id="6" name="Image 0" descr="/home/claude/charts/fig4_correl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93776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96012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96012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0408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↔ Profit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0,971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50408" y="130759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crece con ventas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94960" y="1709928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709928"/>
            <a:ext cx="9144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0408" y="1755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↔ Cost Price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80960" y="1755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0,842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50408" y="205740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unitario determina el importe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94960" y="2459736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94960" y="2459736"/>
            <a:ext cx="9144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50408" y="25054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↔ Retail Price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80960" y="2505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0,831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50408" y="280720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PVP, predictor principal del Total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394960" y="3209544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94960" y="3209544"/>
            <a:ext cx="91440" cy="6400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50408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↔ Shipping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680960" y="32552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0,640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50408" y="3557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pedido = mayor coste logístico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94960" y="3959352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394960" y="3959352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0408" y="40050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↔ Discount%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4005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0,047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550408" y="43068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sin alineación con el valor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Reto 3 · Business Analytics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Lineal Múltiple</a:t>
            </a:r>
            <a:endParaRPr lang="en-US" sz="2800" dirty="0"/>
          </a:p>
        </p:txBody>
      </p:sp>
      <p:pic>
        <p:nvPicPr>
          <p:cNvPr id="5" name="Image 0" descr="/home/claude/charts/fig7_regr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5720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960120"/>
            <a:ext cx="3749040" cy="1188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960120"/>
            <a:ext cx="3749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051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0,7616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Modelo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1892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76,2% de la varianza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0" y="2331720"/>
            <a:ext cx="3749040" cy="1188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331720"/>
            <a:ext cx="374904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423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830,96 €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02920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0" y="3794760"/>
            <a:ext cx="3749040" cy="12344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3822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Predictores (coeficientes)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20640" y="4133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Quantity: +53,74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120640" y="43434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Price: +25,19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20640" y="4553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%: +869,91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120640" y="47640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Cost: +18,22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ANALYTICS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Segmentación de Clientes — K-Means (k=3)</a:t>
            </a:r>
            <a:endParaRPr lang="en-US" sz="2400" dirty="0"/>
          </a:p>
        </p:txBody>
      </p:sp>
      <p:pic>
        <p:nvPicPr>
          <p:cNvPr id="6" name="Image 0" descr="/home/claude/charts/fig5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279392"/>
            <a:ext cx="2606040" cy="749808"/>
          </a:xfrm>
          <a:prstGeom prst="rect">
            <a:avLst/>
          </a:prstGeom>
          <a:solidFill>
            <a:srgbClr val="F0B429">
              <a:alpha val="12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297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590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8.186€ · Alto valor unitario — Technology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4279392"/>
            <a:ext cx="2606040" cy="749808"/>
          </a:xfrm>
          <a:prstGeom prst="rect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4297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Ocasional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46120" y="4590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544€ · Alta frecuencia — Office Supplies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4279392"/>
            <a:ext cx="2606040" cy="749808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297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4590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701€ · Baja frecuencia — reactivar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HALLAZGOS CLAVE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Principales Insights del Análisis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15214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= Motor del Negocio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68,9% de ventas y 69,7% de beneficio. Margen relativo del 52,8%, superior a Office Supplies (42,8%).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5214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Premium de Alto Valor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Premium con ticket medio de 8.186€ vs 544€ de Ocasionales. Small Business: mayor valor por operación (1.362€).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41148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02666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R²=0,76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 y Order Quantity son los principales determinantes del importe del pedido.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302666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sin Efecto Estructural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Discount% ↔ Total = 0,047. La política de descuentos no está alineada con el valor del pedido.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411480" cy="41148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063240"/>
            <a:ext cx="411480" cy="41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3240"/>
            <a:ext cx="411480" cy="41148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RECOMENDACIONES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 Estratégicas Basadas en Datos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91440" cy="7132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115568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02412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78992" y="1225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catálogo y crear incentivos para agentes que capturen nuevas cuentas en esta categoría.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10512"/>
            <a:ext cx="91440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193852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18470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Small Business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fidelización B2B con agentes dedicados para el segmento de mayor ticket medio.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33472"/>
            <a:ext cx="91440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2761488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26700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78992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Política de Descuentos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descuentos a volumen de pedido, no de forma aleatoria. Eliminarlos en productos de alta rotación.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56432"/>
            <a:ext cx="91440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" y="3584448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" y="34930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78992" y="3694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Revertir Caída 2016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566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causas del -28,6%. Reforzar Q1 y Q3 con campañas específicas e implementar alertas de desviación.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7939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279392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44074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4315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78992" y="4517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Furniture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margen (52,8%) con sólo 27 pedidos en 4 años. Decidir potenciar o desestimar como línea estratégica.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4997196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2801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27432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423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y Big Data · Reto 3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Negocio con Business Analytics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554480" cy="86868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7764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1.039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4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0" y="3749040"/>
            <a:ext cx="1554480" cy="86868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0" y="37764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76,2%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28600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Regresión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23360" y="3749040"/>
            <a:ext cx="1554480" cy="86868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37764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Clusters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233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Negocio con Business Analytics</dc:title>
  <dc:subject>PptxGenJS Presentation</dc:subject>
  <dc:creator>Jesús Gerardo Sánchez Cárdenas</dc:creator>
  <cp:lastModifiedBy>Jesús Gerardo Sánchez Cárdenas</cp:lastModifiedBy>
  <cp:revision>1</cp:revision>
  <dcterms:created xsi:type="dcterms:W3CDTF">2026-03-05T17:08:09Z</dcterms:created>
  <dcterms:modified xsi:type="dcterms:W3CDTF">2026-03-05T17:08:09Z</dcterms:modified>
</cp:coreProperties>
</file>